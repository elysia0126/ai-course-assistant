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build up from a single neuron to multi-layer networks and derive how they are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XOR problem shows the limitation: no single line separates the XOR classes, which motivated multi-layer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non-linear activation, stacking layers collapses into a single linear transformation. ReLU is the default choice for hidden layers because it is cheap and does not saturate for positive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practice deeper networks with fewer units per layer generalize better than very wide shallow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forward pass caches intermediate activations because backpropagation needs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Backpropagation is reverse-mode automatic differentiation. Frameworks like PyTorch build a computation graph during the forward pass and traverse it in reverse to accumulate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Residual connections add the input of a block to its output, giving gradients a short path to early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as a debugging guide when a network does not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5: Neural Networks and Backpropagation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Foundations</a:t>
            </a:r>
          </a:p>
          <a:p>
            <a:r>
              <a:t>From perceptrons to deep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perceptron is a linear classifier that outputs 1 if the weighted sum of its inputs exceeds a threshold</a:t>
            </a:r>
          </a:p>
          <a:p>
            <a:r>
              <a:t>Weights w and bias b are learned from labelled data</a:t>
            </a:r>
          </a:p>
          <a:p>
            <a:r>
              <a:t>Can only separate classes with a straight line (hyperplane)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Sigmoid squashes values into the range (0, 1)</a:t>
            </a:r>
          </a:p>
          <a:p>
            <a:r>
              <a:t>Tanh squashes values into the range (-1, 1) and is zero-centred</a:t>
            </a:r>
          </a:p>
          <a:p>
            <a:r>
              <a:t>ReLU is an activation function defined as max(0, x)</a:t>
            </a:r>
          </a:p>
          <a:p>
            <a:r>
              <a:t>Non-linear activations let networks represent non-linear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Perceptrons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layer, one or more hidden layers, output layer</a:t>
            </a:r>
          </a:p>
          <a:p>
            <a:r>
              <a:t>Each layer computes h = activation(W x + b)</a:t>
            </a:r>
          </a:p>
          <a:p>
            <a:r>
              <a:t>Universal approximation theorem: one hidden layer with enough units can approximate any continuous function</a:t>
            </a:r>
          </a:p>
          <a:p>
            <a:r>
              <a:t>Depth lets networks reuse features and learn hierarchies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Forward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activations layer by layer from input to output</a:t>
            </a:r>
          </a:p>
          <a:p>
            <a:r>
              <a:t>Apply softmax at the output to get class probabilities</a:t>
            </a:r>
          </a:p>
          <a:p>
            <a:r>
              <a:t>Compare predictions with labels using the cross-entropy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Backpropagation is an algorithm that computes the gradient of the loss with respect to every weight by applying the chain rule backwards through the network</a:t>
            </a:r>
          </a:p>
          <a:p>
            <a:r>
              <a:t>Cost is roughly the same as one forward pass</a:t>
            </a:r>
          </a:p>
          <a:p>
            <a:r>
              <a:t>Gradients are then used by an optimizer such as SGD or Adam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Vanishing and Exploding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vanishing gradient problem occurs when gradients shrink exponentially as they are propagated back through many layers</a:t>
            </a:r>
          </a:p>
          <a:p>
            <a:r>
              <a:t>Exploding gradients grow exponentially and make training unstable</a:t>
            </a:r>
          </a:p>
          <a:p>
            <a:r>
              <a:t>Fixes: ReLU activations, He or Xavier initialization, batch normalization, residual connections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Likely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Fix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Loss is 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Learning rate too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Lower the learning rate, clip gradients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Loss does not 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Bug or learning rate too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Overfit one batch first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Train good, validation 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Regularization, more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